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563030"/>
            <a:ext cx="414337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Your Day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428625" y="3048930"/>
            <a:ext cx="4143375" cy="6858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Simple Ways to Manage Your Time and Tasks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238241"/>
            <a:ext cx="4000500" cy="2666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is Time Management Important?</a:t>
            </a:r>
            <a:endParaRPr lang="en-US" sz="286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1532334"/>
            <a:ext cx="3429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00213" y="1455539"/>
            <a:ext cx="27289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Better Results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1700213" y="1869877"/>
            <a:ext cx="27289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finish your work on time and with high quality.</a:t>
            </a:r>
            <a:endParaRPr lang="en-US" sz="126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532334"/>
            <a:ext cx="342900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00650" y="1455539"/>
            <a:ext cx="27289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 Stress</a:t>
            </a:r>
            <a:endParaRPr lang="en-US" sz="1602" dirty="0"/>
          </a:p>
        </p:txBody>
      </p:sp>
      <p:sp>
        <p:nvSpPr>
          <p:cNvPr id="9" name="Text 4"/>
          <p:cNvSpPr/>
          <p:nvPr/>
        </p:nvSpPr>
        <p:spPr>
          <a:xfrm>
            <a:off x="5200650" y="1869877"/>
            <a:ext cx="27289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more worrying about missing deadlines.</a:t>
            </a:r>
            <a:endParaRPr lang="en-US" sz="1269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8" y="2712448"/>
            <a:ext cx="342900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00213" y="2635653"/>
            <a:ext cx="27289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Free Time</a:t>
            </a:r>
            <a:endParaRPr lang="en-US" sz="1602" dirty="0"/>
          </a:p>
        </p:txBody>
      </p:sp>
      <p:sp>
        <p:nvSpPr>
          <p:cNvPr id="12" name="Text 6"/>
          <p:cNvSpPr/>
          <p:nvPr/>
        </p:nvSpPr>
        <p:spPr>
          <a:xfrm>
            <a:off x="1700213" y="3049991"/>
            <a:ext cx="27289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for family, friends, and your favorite hobbies.</a:t>
            </a:r>
            <a:endParaRPr lang="en-US" sz="1269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2712448"/>
            <a:ext cx="257175" cy="342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48104" y="2635653"/>
            <a:ext cx="27814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Energy</a:t>
            </a:r>
            <a:endParaRPr lang="en-US" sz="1602" dirty="0"/>
          </a:p>
        </p:txBody>
      </p:sp>
      <p:sp>
        <p:nvSpPr>
          <p:cNvPr id="15" name="Text 8"/>
          <p:cNvSpPr/>
          <p:nvPr/>
        </p:nvSpPr>
        <p:spPr>
          <a:xfrm>
            <a:off x="5148104" y="3049991"/>
            <a:ext cx="278145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don't feel tired or overwhelmed all the time.</a:t>
            </a:r>
            <a:endParaRPr lang="en-US" sz="1269" dirty="0"/>
          </a:p>
        </p:txBody>
      </p:sp>
      <p:sp>
        <p:nvSpPr>
          <p:cNvPr id="16" name="Text 9"/>
          <p:cNvSpPr/>
          <p:nvPr/>
        </p:nvSpPr>
        <p:spPr>
          <a:xfrm>
            <a:off x="2376190" y="3530017"/>
            <a:ext cx="4391620" cy="728663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i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"Small steps every day lead to big success."</a:t>
            </a:r>
            <a:endParaRPr lang="en-US" sz="139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4038"/>
            <a:ext cx="4914900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1 - Write Everything Down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85813" y="2014928"/>
            <a:ext cx="47005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Brain is for Ideas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785813" y="2357828"/>
            <a:ext cx="470058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Don't use your brain to remember long lists. Write them down!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785813" y="3016448"/>
            <a:ext cx="41969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a Tool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85813" y="3359348"/>
            <a:ext cx="419695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a simple notebook or an app on your phone.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85813" y="3777955"/>
            <a:ext cx="40594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Your Mind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785813" y="4120855"/>
            <a:ext cx="405943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Writing helps you feel calm and ready for work.</a:t>
            </a:r>
            <a:endParaRPr lang="en-US" sz="1269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0" y="11430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71500"/>
            <a:ext cx="9144000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2 - Choose What is Important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2628007" y="1598414"/>
            <a:ext cx="3887986" cy="85725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5" name="Text 2"/>
          <p:cNvSpPr/>
          <p:nvPr/>
        </p:nvSpPr>
        <p:spPr>
          <a:xfrm>
            <a:off x="2913757" y="1812727"/>
            <a:ext cx="331648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"Big Frog" Rule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726" y="2777133"/>
            <a:ext cx="2571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0776" y="2741414"/>
            <a:ext cx="430946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the hardest or most important task first.</a:t>
            </a:r>
            <a:endParaRPr lang="en-US" sz="139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726" y="3291483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92201" y="3255764"/>
            <a:ext cx="573107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your big task in the morning when you have energy.</a:t>
            </a:r>
            <a:endParaRPr lang="en-US" sz="139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726" y="3805833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92201" y="3770114"/>
            <a:ext cx="491132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Finish one important thing before starting others.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2927152" y="4070152"/>
            <a:ext cx="3289697" cy="687586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BIG WIN PER DAY IS ENOUGH!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11709"/>
            <a:ext cx="5372100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3 - Use the 1-3-5 Rule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571500" y="1782366"/>
            <a:ext cx="428625" cy="428625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78236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1143000" y="1695748"/>
            <a:ext cx="3814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Task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1143000" y="2038648"/>
            <a:ext cx="3814763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Something very important that needs focus.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571500" y="2527102"/>
            <a:ext cx="428625" cy="428625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52710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1143000" y="2440484"/>
            <a:ext cx="30557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 Tasks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1143000" y="2783384"/>
            <a:ext cx="305573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Things that must be finished today.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571500" y="3271838"/>
            <a:ext cx="428625" cy="428625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271838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1143000" y="3185220"/>
            <a:ext cx="323969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 Tasks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1143000" y="3528120"/>
            <a:ext cx="323969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 things like emails or short calls.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571500" y="3787080"/>
            <a:ext cx="5372100" cy="544711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keeps your day balanced and realistic!</a:t>
            </a:r>
            <a:endParaRPr lang="en-US" sz="1193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644" y="1321594"/>
            <a:ext cx="2500313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4 - Focus for 25 Minutes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1385888" y="1598414"/>
            <a:ext cx="714375" cy="714375"/>
          </a:xfrm>
          <a:prstGeom prst="ellipse">
            <a:avLst/>
          </a:prstGeom>
          <a:solidFill>
            <a:srgbClr val="9370D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12727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0897" y="2455664"/>
            <a:ext cx="5643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957263" y="2827139"/>
            <a:ext cx="15716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 on one task for 25 minutes.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271838" y="1598414"/>
            <a:ext cx="714375" cy="714375"/>
          </a:xfrm>
          <a:prstGeom prst="ellipse">
            <a:avLst/>
          </a:prstGeom>
          <a:solidFill>
            <a:srgbClr val="9370DB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431" y="1812727"/>
            <a:ext cx="357188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21844" y="2455664"/>
            <a:ext cx="6143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2843213" y="2827139"/>
            <a:ext cx="15716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a short 5-minute break.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157788" y="1598414"/>
            <a:ext cx="714375" cy="714375"/>
          </a:xfrm>
          <a:prstGeom prst="ellipse">
            <a:avLst/>
          </a:prstGeom>
          <a:solidFill>
            <a:srgbClr val="9370D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1812727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47072" y="2455664"/>
            <a:ext cx="73580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</a:t>
            </a:r>
            <a:endParaRPr lang="en-US" sz="1397" dirty="0"/>
          </a:p>
        </p:txBody>
      </p:sp>
      <p:sp>
        <p:nvSpPr>
          <p:cNvPr id="15" name="Text 9"/>
          <p:cNvSpPr/>
          <p:nvPr/>
        </p:nvSpPr>
        <p:spPr>
          <a:xfrm>
            <a:off x="4729163" y="2827139"/>
            <a:ext cx="15716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this 4 times in a row.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7043738" y="1598414"/>
            <a:ext cx="714375" cy="714375"/>
          </a:xfrm>
          <a:prstGeom prst="ellipse">
            <a:avLst/>
          </a:prstGeom>
          <a:solidFill>
            <a:srgbClr val="9370D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191" y="1812727"/>
            <a:ext cx="321469" cy="2857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75004" y="2455664"/>
            <a:ext cx="45184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</a:t>
            </a:r>
            <a:endParaRPr lang="en-US" sz="1397" dirty="0"/>
          </a:p>
        </p:txBody>
      </p:sp>
      <p:sp>
        <p:nvSpPr>
          <p:cNvPr id="19" name="Text 12"/>
          <p:cNvSpPr/>
          <p:nvPr/>
        </p:nvSpPr>
        <p:spPr>
          <a:xfrm>
            <a:off x="6615113" y="2827139"/>
            <a:ext cx="15716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a long 20-minute break.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1357313" y="3770114"/>
            <a:ext cx="6429375" cy="5197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1357313" y="3770114"/>
            <a:ext cx="6429375" cy="28575"/>
          </a:xfrm>
          <a:prstGeom prst="rect">
            <a:avLst/>
          </a:prstGeom>
          <a:solidFill>
            <a:srgbClr val="9370DB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180" y="4025503"/>
            <a:ext cx="139303" cy="18573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560141" y="3993356"/>
            <a:ext cx="70723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 Tip:</a:t>
            </a:r>
            <a:endParaRPr lang="en-US" sz="1295" dirty="0"/>
          </a:p>
        </p:txBody>
      </p:sp>
      <p:sp>
        <p:nvSpPr>
          <p:cNvPr id="24" name="Text 16"/>
          <p:cNvSpPr/>
          <p:nvPr/>
        </p:nvSpPr>
        <p:spPr>
          <a:xfrm>
            <a:off x="3267373" y="3993356"/>
            <a:ext cx="357544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your phone away to stay focused!</a:t>
            </a:r>
            <a:endParaRPr lang="en-US" sz="129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41142"/>
            <a:ext cx="4914900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5 - Learn to Say "No"</a:t>
            </a:r>
            <a:endParaRPr lang="en-US" sz="286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23470"/>
            <a:ext cx="228600" cy="2643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2975" y="1823470"/>
            <a:ext cx="45434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Protect Your Time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942975" y="2202089"/>
            <a:ext cx="45434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cannot do everything for everyone. It's okay to say no.</a:t>
            </a:r>
            <a:endParaRPr lang="en-US" sz="126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6428"/>
            <a:ext cx="228600" cy="2643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2975" y="2896428"/>
            <a:ext cx="39326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 Polite</a:t>
            </a:r>
            <a:endParaRPr lang="en-US" sz="1602" dirty="0"/>
          </a:p>
        </p:txBody>
      </p:sp>
      <p:sp>
        <p:nvSpPr>
          <p:cNvPr id="9" name="Text 4"/>
          <p:cNvSpPr/>
          <p:nvPr/>
        </p:nvSpPr>
        <p:spPr>
          <a:xfrm>
            <a:off x="942975" y="3275047"/>
            <a:ext cx="393263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 would love to help, but I am busy right now."</a:t>
            </a:r>
            <a:endParaRPr lang="en-US" sz="1269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29372"/>
            <a:ext cx="285750" cy="2643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0125" y="3729372"/>
            <a:ext cx="44862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for Help</a:t>
            </a:r>
            <a:endParaRPr lang="en-US" sz="1602" dirty="0"/>
          </a:p>
        </p:txBody>
      </p:sp>
      <p:sp>
        <p:nvSpPr>
          <p:cNvPr id="12" name="Text 6"/>
          <p:cNvSpPr/>
          <p:nvPr/>
        </p:nvSpPr>
        <p:spPr>
          <a:xfrm>
            <a:off x="1000125" y="4107991"/>
            <a:ext cx="44862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have too much work, talk to your team or family.</a:t>
            </a:r>
            <a:endParaRPr lang="en-US" sz="1269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11430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6 - Take Breaks to Stay Strong</a:t>
            </a:r>
            <a:endParaRPr lang="en-US" sz="286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3" y="1701998"/>
            <a:ext cx="51435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125" y="2428875"/>
            <a:ext cx="21431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is Productive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1000125" y="2836069"/>
            <a:ext cx="2143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work faster and better after a short rest. Your brain needs to recharge.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1701998"/>
            <a:ext cx="28575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00438" y="2428875"/>
            <a:ext cx="21431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 Your Body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3500438" y="2836069"/>
            <a:ext cx="2143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short walk or stretching can give you new energy and fresh ideas.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3" y="1701998"/>
            <a:ext cx="5715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00750" y="2428875"/>
            <a:ext cx="21431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Sleep Well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6000750" y="2836069"/>
            <a:ext cx="2143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good night's sleep is the best tool for a productive day tomorrow.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576" y="4089797"/>
            <a:ext cx="117872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795885" y="4050506"/>
            <a:ext cx="9233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Drink Water</a:t>
            </a:r>
            <a:endParaRPr lang="en-US" sz="109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402" y="4089797"/>
            <a:ext cx="137517" cy="15716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285357" y="4050506"/>
            <a:ext cx="9001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Eat Healthy</a:t>
            </a:r>
            <a:endParaRPr lang="en-US" sz="109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2657" y="4089797"/>
            <a:ext cx="157163" cy="157163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771257" y="4050506"/>
            <a:ext cx="76616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Early</a:t>
            </a:r>
            <a:endParaRPr lang="en-US" sz="1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 - Your Daily Plan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642938" y="1598414"/>
            <a:ext cx="2476509" cy="21431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28" y="1812727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2298502"/>
            <a:ext cx="21907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Morning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785813" y="2748558"/>
            <a:ext cx="219075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your "Big Frog" (Hardest task) when you have the most energy.</a:t>
            </a:r>
            <a:endParaRPr lang="en-US" sz="1159" dirty="0"/>
          </a:p>
        </p:txBody>
      </p:sp>
      <p:sp>
        <p:nvSpPr>
          <p:cNvPr id="8" name="Shape 4"/>
          <p:cNvSpPr/>
          <p:nvPr/>
        </p:nvSpPr>
        <p:spPr>
          <a:xfrm>
            <a:off x="3333759" y="1598414"/>
            <a:ext cx="2476509" cy="21431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8" y="1812727"/>
            <a:ext cx="428625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76634" y="2298502"/>
            <a:ext cx="21907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Afternoon</a:t>
            </a:r>
            <a:endParaRPr lang="en-US" sz="1602" dirty="0"/>
          </a:p>
        </p:txBody>
      </p:sp>
      <p:sp>
        <p:nvSpPr>
          <p:cNvPr id="11" name="Text 6"/>
          <p:cNvSpPr/>
          <p:nvPr/>
        </p:nvSpPr>
        <p:spPr>
          <a:xfrm>
            <a:off x="3476634" y="2748558"/>
            <a:ext cx="219075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Finish your medium and small tasks. Use the Pomodoro technique.</a:t>
            </a:r>
            <a:endParaRPr lang="en-US" sz="1159" dirty="0"/>
          </a:p>
        </p:txBody>
      </p:sp>
      <p:sp>
        <p:nvSpPr>
          <p:cNvPr id="12" name="Shape 7"/>
          <p:cNvSpPr/>
          <p:nvPr/>
        </p:nvSpPr>
        <p:spPr>
          <a:xfrm>
            <a:off x="6024581" y="1598414"/>
            <a:ext cx="2476509" cy="21431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72" y="1812727"/>
            <a:ext cx="342900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67456" y="2298502"/>
            <a:ext cx="21907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Evening</a:t>
            </a:r>
            <a:endParaRPr lang="en-US" sz="1602" dirty="0"/>
          </a:p>
        </p:txBody>
      </p:sp>
      <p:sp>
        <p:nvSpPr>
          <p:cNvPr id="15" name="Text 9"/>
          <p:cNvSpPr/>
          <p:nvPr/>
        </p:nvSpPr>
        <p:spPr>
          <a:xfrm>
            <a:off x="6167456" y="2748558"/>
            <a:ext cx="219075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for tomorrow, clear your desk, and take time to relax.</a:t>
            </a:r>
            <a:endParaRPr lang="en-US" sz="1159" dirty="0"/>
          </a:p>
        </p:txBody>
      </p:sp>
      <p:sp>
        <p:nvSpPr>
          <p:cNvPr id="16" name="Text 10"/>
          <p:cNvSpPr/>
          <p:nvPr/>
        </p:nvSpPr>
        <p:spPr>
          <a:xfrm>
            <a:off x="1000125" y="4170164"/>
            <a:ext cx="7143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i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"Consistency is key. Doing a little every day is better than doing a lot once."</a:t>
            </a:r>
            <a:endParaRPr lang="en-US" sz="129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3573" y="538628"/>
            <a:ext cx="3396853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2533352" y="1538753"/>
            <a:ext cx="407729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Questions? I am happy to help.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8" y="2310278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4469" y="2796053"/>
            <a:ext cx="17859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Today</a:t>
            </a:r>
            <a:endParaRPr lang="en-US" sz="139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310278"/>
            <a:ext cx="342900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79031" y="2796053"/>
            <a:ext cx="17859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 Luck</a:t>
            </a:r>
            <a:endParaRPr lang="en-US" sz="1397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113" y="2310278"/>
            <a:ext cx="342900" cy="3429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3594" y="2796053"/>
            <a:ext cx="17859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 Me</a:t>
            </a:r>
            <a:endParaRPr lang="en-US" sz="1397" dirty="0"/>
          </a:p>
        </p:txBody>
      </p:sp>
      <p:sp>
        <p:nvSpPr>
          <p:cNvPr id="11" name="Shape 5"/>
          <p:cNvSpPr/>
          <p:nvPr/>
        </p:nvSpPr>
        <p:spPr>
          <a:xfrm>
            <a:off x="1357313" y="3667590"/>
            <a:ext cx="6429375" cy="93725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6"/>
          <p:cNvSpPr/>
          <p:nvPr/>
        </p:nvSpPr>
        <p:spPr>
          <a:xfrm>
            <a:off x="1357313" y="3667590"/>
            <a:ext cx="6429375" cy="28575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3" name="Text 7"/>
          <p:cNvSpPr/>
          <p:nvPr/>
        </p:nvSpPr>
        <p:spPr>
          <a:xfrm>
            <a:off x="1357313" y="3967628"/>
            <a:ext cx="642937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86" i="1" dirty="0">
                <a:solidFill>
                  <a:srgbClr val="4B00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"Time is what we want most, but what we use worst."</a:t>
            </a:r>
            <a:endParaRPr lang="en-US" sz="1486" dirty="0"/>
          </a:p>
        </p:txBody>
      </p:sp>
      <p:sp>
        <p:nvSpPr>
          <p:cNvPr id="14" name="Text 8"/>
          <p:cNvSpPr/>
          <p:nvPr/>
        </p:nvSpPr>
        <p:spPr>
          <a:xfrm>
            <a:off x="1357313" y="4354813"/>
            <a:ext cx="64293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William Penn</a:t>
            </a:r>
            <a:endParaRPr lang="en-US" sz="10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2026-04-06T12:47:40Z</dcterms:created>
  <dcterms:modified xsi:type="dcterms:W3CDTF">2026-04-06T12:47:40Z</dcterms:modified>
</cp:coreProperties>
</file>